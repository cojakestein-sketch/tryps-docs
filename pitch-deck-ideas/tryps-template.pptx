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/>
  <p:sldSz cx="12191695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algn="ctr">
              <a:defRPr sz="4400" b="1">
                <a:solidFill>
                  <a:srgbClr val="FFFFFF"/>
                </a:solidFill>
                <a:latin typeface="Inter"/>
              </a:defRPr>
            </a:pPr>
            <a:r>
              <a:rPr lang="en-US" sz="4400" b="1">
                <a:solidFill>
                  <a:srgbClr val="FFFFFF"/>
                </a:solidFill>
                <a:latin typeface="Inter"/>
              </a:rP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>
              <a:defRPr sz="2200">
                <a:solidFill>
                  <a:srgbClr val="AAAABB"/>
                </a:solidFill>
                <a:latin typeface="Inter"/>
              </a:defRPr>
            </a:pPr>
            <a:r>
              <a:rPr lang="en-US" sz="2200">
                <a:solidFill>
                  <a:srgbClr val="AAAABB"/>
                </a:solidFill>
                <a:latin typeface="Inter"/>
              </a:rP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1923"/>
                </a:solidFill>
                <a:latin typeface="Inter"/>
              </a:defRPr>
            </a:pPr>
            <a:r>
              <a:rPr lang="en-US" sz="3200" b="1">
                <a:solidFill>
                  <a:srgbClr val="0F1923"/>
                </a:solidFill>
                <a:latin typeface="Inter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 sz="2000">
                <a:solidFill>
                  <a:srgbClr val="1A1A1A"/>
                </a:solidFill>
                <a:latin typeface="Inter"/>
              </a:defRPr>
            </a:pPr>
            <a:r>
              <a:rPr lang="en-US" sz="2000">
                <a:solidFill>
                  <a:srgbClr val="1A1A1A"/>
                </a:solidFill>
                <a:latin typeface="Inter"/>
              </a:rPr>
              <a:t>Click to edit Master text styles</a:t>
            </a:r>
          </a:p>
          <a:p>
            <a:pPr lvl="1">
              <a:defRPr sz="2000">
                <a:solidFill>
                  <a:srgbClr val="1A1A1A"/>
                </a:solidFill>
                <a:latin typeface="Inter"/>
              </a:defRPr>
            </a:pPr>
            <a:r>
              <a:rPr lang="en-US" sz="2000">
                <a:solidFill>
                  <a:srgbClr val="1A1A1A"/>
                </a:solidFill>
                <a:latin typeface="Inter"/>
              </a:rPr>
              <a:t>Second level</a:t>
            </a:r>
          </a:p>
          <a:p>
            <a:pPr lvl="2">
              <a:defRPr sz="2000">
                <a:solidFill>
                  <a:srgbClr val="1A1A1A"/>
                </a:solidFill>
                <a:latin typeface="Inter"/>
              </a:defRPr>
            </a:pPr>
            <a:r>
              <a:rPr lang="en-US" sz="2000">
                <a:solidFill>
                  <a:srgbClr val="1A1A1A"/>
                </a:solidFill>
                <a:latin typeface="Inter"/>
              </a:rPr>
              <a:t>Third level</a:t>
            </a:r>
          </a:p>
          <a:p>
            <a:pPr lvl="3">
              <a:defRPr sz="2000">
                <a:solidFill>
                  <a:srgbClr val="1A1A1A"/>
                </a:solidFill>
                <a:latin typeface="Inter"/>
              </a:defRPr>
            </a:pPr>
            <a:r>
              <a:rPr lang="en-US" sz="2000">
                <a:solidFill>
                  <a:srgbClr val="1A1A1A"/>
                </a:solidFill>
                <a:latin typeface="Inter"/>
              </a:rPr>
              <a:t>Fourth level</a:t>
            </a:r>
          </a:p>
          <a:p>
            <a:pPr lvl="4">
              <a:defRPr sz="2000">
                <a:solidFill>
                  <a:srgbClr val="1A1A1A"/>
                </a:solidFill>
                <a:latin typeface="Inter"/>
              </a:defRPr>
            </a:pPr>
            <a:r>
              <a:rPr lang="en-US" sz="2000">
                <a:solidFill>
                  <a:srgbClr val="1A1A1A"/>
                </a:solidFill>
                <a:latin typeface="Inter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pPr>
              <a:defRPr sz="4000" b="1">
                <a:solidFill>
                  <a:srgbClr val="FFFFFF"/>
                </a:solidFill>
                <a:latin typeface="Inter"/>
              </a:defRPr>
            </a:pPr>
            <a:r>
              <a:rPr lang="en-US" sz="4000" b="1">
                <a:solidFill>
                  <a:srgbClr val="FFFFFF"/>
                </a:solidFill>
                <a:latin typeface="Inter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sz="2000">
                <a:solidFill>
                  <a:srgbClr val="AAAABB"/>
                </a:solidFill>
                <a:latin typeface="Inter"/>
              </a:defRPr>
            </a:pPr>
            <a:r>
              <a:rPr lang="en-US" sz="2000">
                <a:solidFill>
                  <a:srgbClr val="AAAABB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1923"/>
                </a:solidFill>
                <a:latin typeface="Inter"/>
              </a:defRPr>
            </a:pPr>
            <a:r>
              <a:rPr lang="en-US" sz="3200" b="1">
                <a:solidFill>
                  <a:srgbClr val="0F1923"/>
                </a:solidFill>
                <a:latin typeface="Inter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Click to edit Master text styles</a:t>
            </a:r>
          </a:p>
          <a:p>
            <a:pPr lvl="1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Second level</a:t>
            </a:r>
          </a:p>
          <a:p>
            <a:pPr lvl="2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Third level</a:t>
            </a:r>
          </a:p>
          <a:p>
            <a:pPr lvl="3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Fourth level</a:t>
            </a:r>
          </a:p>
          <a:p>
            <a:pPr lvl="4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Click to edit Master text styles</a:t>
            </a:r>
          </a:p>
          <a:p>
            <a:pPr lvl="1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Second level</a:t>
            </a:r>
          </a:p>
          <a:p>
            <a:pPr lvl="2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Third level</a:t>
            </a:r>
          </a:p>
          <a:p>
            <a:pPr lvl="3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Fourth level</a:t>
            </a:r>
          </a:p>
          <a:p>
            <a:pPr lvl="4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 sz="3200" b="1">
                <a:solidFill>
                  <a:srgbClr val="0F1923"/>
                </a:solidFill>
                <a:latin typeface="Inter"/>
              </a:defRPr>
            </a:pPr>
            <a:r>
              <a:rPr lang="en-US" sz="3200" b="1">
                <a:solidFill>
                  <a:srgbClr val="0F1923"/>
                </a:solidFill>
                <a:latin typeface="Inter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Click to edit Master text styles</a:t>
            </a:r>
          </a:p>
          <a:p>
            <a:pPr lvl="1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Second level</a:t>
            </a:r>
          </a:p>
          <a:p>
            <a:pPr lvl="2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Third level</a:t>
            </a:r>
          </a:p>
          <a:p>
            <a:pPr lvl="3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Fourth level</a:t>
            </a:r>
          </a:p>
          <a:p>
            <a:pPr lvl="4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Click to edit Master text styles</a:t>
            </a:r>
          </a:p>
          <a:p>
            <a:pPr lvl="1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Second level</a:t>
            </a:r>
          </a:p>
          <a:p>
            <a:pPr lvl="2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Third level</a:t>
            </a:r>
          </a:p>
          <a:p>
            <a:pPr lvl="3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Fourth level</a:t>
            </a:r>
          </a:p>
          <a:p>
            <a:pPr lvl="4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800">
                <a:solidFill>
                  <a:srgbClr val="1A1A1A"/>
                </a:solidFill>
                <a:latin typeface="Inter"/>
              </a:defRPr>
            </a:pPr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800">
                <a:solidFill>
                  <a:srgbClr val="1A1A1A"/>
                </a:solidFill>
                <a:latin typeface="Inter"/>
              </a:defRPr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800">
                <a:solidFill>
                  <a:srgbClr val="1A1A1A"/>
                </a:solidFill>
                <a:latin typeface="Inter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pPr>
              <a:defRPr sz="2800" b="1">
                <a:solidFill>
                  <a:srgbClr val="0F1923"/>
                </a:solidFill>
                <a:latin typeface="Inter"/>
              </a:defRPr>
            </a:pPr>
            <a:r>
              <a:rPr lang="en-US" sz="2800" b="1">
                <a:solidFill>
                  <a:srgbClr val="0F1923"/>
                </a:solidFill>
                <a:latin typeface="Inter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Click to edit Master text styles</a:t>
            </a:r>
          </a:p>
          <a:p>
            <a:pPr lvl="1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Second level</a:t>
            </a:r>
          </a:p>
          <a:p>
            <a:pPr lvl="2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Third level</a:t>
            </a:r>
          </a:p>
          <a:p>
            <a:pPr lvl="3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Fourth level</a:t>
            </a:r>
          </a:p>
          <a:p>
            <a:pPr lvl="4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>
              <a:defRPr sz="1600">
                <a:solidFill>
                  <a:srgbClr val="6B7280"/>
                </a:solidFill>
                <a:latin typeface="Inter"/>
              </a:defRPr>
            </a:pPr>
            <a:r>
              <a:rPr lang="en-US" sz="1600">
                <a:solidFill>
                  <a:srgbClr val="6B7280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Tryps">
      <a:dk1>
        <a:srgbClr val="0F1923"/>
      </a:dk1>
      <a:lt1>
        <a:srgbClr val="FFFFFF"/>
      </a:lt1>
      <a:dk2>
        <a:srgbClr val="1A1A1A"/>
      </a:dk2>
      <a:lt2>
        <a:srgbClr val="F8F9FA"/>
      </a:lt2>
      <a:accent1>
        <a:srgbClr val="1A73E8"/>
      </a:accent1>
      <a:accent2>
        <a:srgbClr val="E94560"/>
      </a:accent2>
      <a:accent3>
        <a:srgbClr val="0F1923"/>
      </a:accent3>
      <a:accent4>
        <a:srgbClr val="6B7280"/>
      </a:accent4>
      <a:accent5>
        <a:srgbClr val="34D399"/>
      </a:accent5>
      <a:accent6>
        <a:srgbClr val="F59E0B"/>
      </a:accent6>
      <a:hlink>
        <a:srgbClr val="1A73E8"/>
      </a:hlink>
      <a:folHlink>
        <a:srgbClr val="6B7280"/>
      </a:folHlink>
    </a:clrScheme>
    <a:fontScheme name="Tryps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